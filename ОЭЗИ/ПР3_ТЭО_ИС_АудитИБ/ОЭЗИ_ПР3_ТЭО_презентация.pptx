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1. Введение (ГОСТ 24.202)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Заказчик: ООО «СеверМодуль» (СПб), шкафы управления / СКУД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Проект: ИС учёта аудитов ИБ «АудитИБ»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Инвестиции I₀ = 480 000 руб. (собственные средства)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Срок MVP: 5 месяцев (март–июль 2026)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База: ГОСТ 24.202-80, пособие Павловой Е.А., материалы ПР1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2. Объект и недостатки текущего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Сейчас: Excel, бумага, ручная сборка отчётов 4–8 ч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Нет единого статуса устранения замечаний и KPI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Потери: труд инженера + риск простоя 80–120 тыс. руб.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Недополученная выручка пакетов сопровождения SMB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Готовность: процессы описаны курсом, есть ответственный за ИБ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3. Цели, критерии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Время отчёта: 6 ч → ≤ 1,5 ч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Закрытие замечаний в срок: 50% → ≥ 85%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NPV &gt; 0, PI &gt; 1, IRR &gt; 15%, PP ≤ 3 лет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Бюджет ≤ 480 000 руб., данные в РФ, MVP ≤ 5 мес.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4. Функции ИС и очереди внедрения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Очередь 1 (MVP): реестр, чек-листы, журнал, календарь, PDF, роли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Очередь 2: кабинет заказчика, KPI, связка с модулями курса, API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Требования: роли, резерв БД, отчёт ≤ 1 мин, отклик ≤ 2 с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Специфика: мобильная форма обхода цеха (ПЛК, шкаф, СКУД)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5. Затраты и ожидаемый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I₀ = 480 000 руб. (разработка, инфра, обучение)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NCF по годам: 180 000, 220 000, 260 000, 300 000 руб.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Qk = 4.0 клиента; спрос 8 &gt; Qk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NPV ≈ 185 354 руб.; PI = 1.39; IRR ≈ 31.4%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PP ≈ 2.3 г.; DPP ≈ 2.9 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Times New Roman"/>
              </a:defRPr>
            </a:pPr>
            <a:r>
              <a:t>6. Вывод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Решение: создание ИС целесообразно (положительное)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Внедрить регламент фиксации аудитов только в ИС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Финансирование — собственные средства; очередь 2 из CF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Детальный расчёт эффективности — в практической работе №4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Рекомендация: принять проект к реализации (MVP → развитие)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Times New Roman"/>
              </a:defRPr>
            </a:pPr>
            <a: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Times New Roman"/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